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轻阅幻灯片测试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中文、文字和图片</a:t>
            </a:r>
          </a:p>
          <a:p>
            <a:r>
              <a:t>第 1 页</a:t>
            </a:r>
          </a:p>
        </p:txBody>
      </p:sp>
      <p:pic>
        <p:nvPicPr>
          <p:cNvPr id="4" name="Picture 3" descr="图片样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77440"/>
            <a:ext cx="3200400" cy="1991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第二页检查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小熊读书</a:t>
            </a:r>
          </a:p>
          <a:p>
            <a:r>
              <a:t>幻灯片应有两页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